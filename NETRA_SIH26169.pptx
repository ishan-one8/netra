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Team ID and Team Name before submitting — they are the only blanks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dependency problem: you cannot test coarse alignment without the terminal. NETRA breaks that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02 is where the AI sits. Everything else is deterministic and testable against known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cream text on the right is the mitigation. Name the risk first — judges trust a team that states its own weak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Targets, not measured results — say that out loud. The last benefit is the one ISRO judges care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or extend these with the papers your team actually read before the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beam, before the hardware </a:t>
            </a:r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863840" y="1051560"/>
            <a:ext cx="3383280" cy="960120"/>
          </a:xfrm>
          <a:prstGeom prst="line">
            <a:avLst/>
          </a:prstGeom>
          <a:noFill/>
          <a:ln w="15875">
            <a:solidFill>
              <a:srgbClr val="F5F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960120"/>
            <a:ext cx="182880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1920240"/>
            <a:ext cx="182880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1444752"/>
            <a:ext cx="91440" cy="91440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724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992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an AI-Based Virtual Camera Tracking System for Coarse Alignment of Mobile Free Space Optical Communication (FSOC) Terminals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342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90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20624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1960" y="43342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4590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Space Research Organisation (ISRO)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420624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43342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590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94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50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51960" y="516636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5294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5550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5166360"/>
            <a:ext cx="3429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5294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550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 beacon before the camera </a:t>
            </a:r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camera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physics-based renderer produces the frames a real FSOC sensor would see — beacon irradiance, atmospheric scintillation, platform vibration, detector noise and cloud occlusion.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572768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beacon detector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CNN finds the beacon in every frame and rejects false candidates — stars, sun glint, specular reflections — that classical thresholding cannot separate.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572768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Coarse-alignment loop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Kalman estimator holds the track, predicts ahead of the platform motion, and hands a locked pointing vector to the fine-alignment stage.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alignment is the hardest phase to test, because it needs the very hardware it is meant to de-risk. NETRA removes that dependency: the terminal is tuned, the estimator is chosen and the failure modes are found in software, months before an optical bench exists.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25196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known, so pointing error is measurable — real hardware can never report its own error.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 compete under identical conditions, exposing the accuracy-versus-latency trade honestly.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generates unlimited labelled frames — the training set for its own AI detector.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one </a:t>
            </a:r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at a time.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ingest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sensor frames at 240 Hz, dark-corrected and flat-fielded.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709928"/>
            <a:ext cx="146304" cy="146304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977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79776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proposes beacon candidates with a confidence score per frame.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709928"/>
            <a:ext cx="146304" cy="146304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1091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scored against the track hypothesis; all but one rejected.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0336" y="1709928"/>
            <a:ext cx="146304" cy="146304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4204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estimate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42048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covariance propagate to a predicted beacon position.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1472" y="1709928"/>
            <a:ext cx="146304" cy="146304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73184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command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73184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becomes a coarse pointing correction for the gimbal.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INTERFACE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3159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2D rendering pipeline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telemetry plots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3794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07992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COMPUTER VISION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43159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 CNN beacon detector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 Lite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pre-processing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3794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1312" y="4023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AND CONTROL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3159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(constant-velocity)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and cross-correlation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Residual-to-gimbal command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now, and honest about what is </a:t>
            </a:r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29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already runs the full loop in a browser — virtual camera, tracker, telemetry and event log. Adding the CNN stage replaces one module, not the architecture.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36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87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no installation. It runs on any ground-station laptop and needs no optical hardware to be useful.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43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457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 during development. The alternative — iterating on a real optical bench — costs months of schedule per experiment.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600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RISKS AND MITIGATION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0299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Synthetic-to-real gap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317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trained only on rendered frames may fail on real sensor data.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randomisation across noise, blur and background, then fine-tuning on real frames once hardware arrives.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127248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23697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latency in the loop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538728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model cannot run inside a 240 Hz control budget.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 model on the coarse stage only, with the classical centroid tracker as a guaranteed fallback.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334256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44398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credibility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74573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judges will not trust proves nothing.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and scintillation parameters drawn from published atmospheric models, with every assumption stated in the UI.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the terminal </a:t>
            </a:r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 FOR THE COARSE-ALIGNMENT LOOP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Hz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loop rate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</a:t>
            </a:r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acquisition time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</a:t>
            </a:r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mrad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coarse residual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benches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hardware to iterate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92424"/>
            <a:ext cx="109728" cy="109728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schedule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844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engineers test acquisition strategies in an afternoon instead of waiting on bench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3392424"/>
            <a:ext cx="109728" cy="109728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Field-trial risk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5844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— cloud transit, platform vibration, low elevation — are met in software first, not on a moving vehicle.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4456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simulated run is perfectly labelled, solving the dataset problem that blocks most AI tracking work.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4352544"/>
            <a:ext cx="109728" cy="109728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54456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ship, aircraft and drone terminals share one tool, with platform motion as a parameter rather than a rewrite.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12664"/>
            <a:ext cx="109728" cy="109728"/>
          </a:xfrm>
          <a:prstGeom prst="ellipse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capability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046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India’s optical communication programme by shortening the path from concept to a pointing budget that holds.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physics and the method come </a:t>
            </a:r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communication in space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Kaushal, H. and Kaddoum, G. — Optical Communication in Space: Challenges and Mitigation Techniques, IEEE Communications Surveys &amp; Tutorials, 2017.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819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propagation through turbulence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2140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Andrews, L. C. and Phillips, R. L. — Laser Beam Propagation through Random Media, SPIE Press.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Kalman, R. E. — A New Approach to Linear Filtering and Prediction Problems, Journal of Basic Engineering, 1960.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3063240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optical communication work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49300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Space Research Organisation — isro.gov.in, Space Applications Centre publications on free-space optical links.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toolchain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646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opencv.org · TensorFlow — tensorflow.org · PyTorch — pytorch.org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4434840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models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86460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Hufnagel-Valley and Kolmogorov turbulence models used to parameterise the simulator’s Cn² profile.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beam, before the hardware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 — SIH26169</dc:title>
  <dc:subject>PptxGenJS Presentation</dc:subject>
  <dc:creator>Team NETRA</dc:creator>
  <cp:lastModifiedBy>Team NETRA</cp:lastModifiedBy>
  <cp:revision>1</cp:revision>
  <dcterms:created xsi:type="dcterms:W3CDTF">2026-09-05T10:00:38Z</dcterms:created>
  <dcterms:modified xsi:type="dcterms:W3CDTF">2026-09-05T10:00:38Z</dcterms:modified>
</cp:coreProperties>
</file>